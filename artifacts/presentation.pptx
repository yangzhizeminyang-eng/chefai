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13716000" cy="7715250"/>
  <p:notesSz cx="771525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2026-10-15T02:22:58Z</dcterms:created>
  <dcterms:modified xsi:type="dcterms:W3CDTF">2026-10-15T02:22:58Z</dcterms:modified>
</cp:coreProperties>
</file>